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MULTI-SOURCE OPERATIONS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throughput and reliability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swing across our depots this season?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Kenyan fuel depots · 5,000 fifteen-minute sensor readings · 1 Mar – 22 Apr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6204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794760"/>
            <a:ext cx="73152" cy="2148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rainfall slow depot throughput?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37947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6204A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3794760"/>
            <a:ext cx="73152" cy="2148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44348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public holidays change staffing &amp; volume?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37947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620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3794760"/>
            <a:ext cx="73152" cy="2148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4348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signal did we lose to bad sensor reads?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Integration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sources, aligned on date, merged into one Master DataFrame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EA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· INTERNAL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operational_events_5000.csv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3134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sensor readings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(flow, pressure, temp,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incidents) rolled up to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KPIs per depot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EAF3F8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· EXTERNAL API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17320" y="36301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→ Open-Meteo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95935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Nairobi rainfall &amp;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temperature; try/except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a seeded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series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EAF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5029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· DATABASE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17320" y="5276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SQLAlchemy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6052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Holiday_Calendar JOIN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Employee_Shifts, SQL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→ daily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+ holiday flag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286000"/>
            <a:ext cx="685800" cy="320040"/>
          </a:xfrm>
          <a:prstGeom prst="rightArrow">
            <a:avLst/>
          </a:prstGeom>
          <a:solidFill>
            <a:srgbClr val="C9D6E3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3931920"/>
            <a:ext cx="685800" cy="320040"/>
          </a:xfrm>
          <a:prstGeom prst="rightArrow">
            <a:avLst/>
          </a:prstGeom>
          <a:solidFill>
            <a:srgbClr val="C9D6E3"/>
          </a:solidFill>
          <a:ln/>
        </p:spPr>
      </p:sp>
      <p:sp>
        <p:nvSpPr>
          <p:cNvPr id="21" name="Shape 19"/>
          <p:cNvSpPr/>
          <p:nvPr/>
        </p:nvSpPr>
        <p:spPr>
          <a:xfrm>
            <a:off x="4617720" y="5577840"/>
            <a:ext cx="685800" cy="320040"/>
          </a:xfrm>
          <a:prstGeom prst="rightArrow">
            <a:avLst/>
          </a:prstGeom>
          <a:solidFill>
            <a:srgbClr val="C9D6E3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0" y="2788920"/>
            <a:ext cx="2331720" cy="1600200"/>
          </a:xfrm>
          <a:prstGeom prst="roundRect">
            <a:avLst>
              <a:gd name="adj" fmla="val 5143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3063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23560" y="37033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AF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fillna: holiday=0,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AF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weather/staffing=mean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01000" y="3383280"/>
            <a:ext cx="640080" cy="4114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8778240" y="2377440"/>
            <a:ext cx="2880360" cy="2331720"/>
          </a:xfrm>
          <a:prstGeom prst="roundRect">
            <a:avLst>
              <a:gd name="adj" fmla="val 3529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8778240" y="25603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15400" y="32004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rows · 1 per day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columns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+ API + DB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sources share a daily date key — sensor readings are aggregated up to daily grain before the merge.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Insight &amp; Recommendation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merged data revealed once weather and staffing were joined to the sensor feed</a:t>
            </a:r>
            <a:endParaRPr lang="en-US" sz="1400" dirty="0"/>
          </a:p>
        </p:txBody>
      </p:sp>
      <p:pic>
        <p:nvPicPr>
          <p:cNvPr id="4" name="Image 0" descr="rainfall_holiday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20840" cy="25237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6720840" cy="2523744"/>
          </a:xfrm>
          <a:prstGeom prst="roundRect">
            <a:avLst/>
          </a:prstGeom>
          <a:ln w="12700">
            <a:solidFill>
              <a:srgbClr val="D7DE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4630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0.02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98080" y="20116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vs. daily throughput — no meaningful linear correlation in this window (p = 0.90)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2880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-0.5%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498080" y="34290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on gazetted public holidays vs. normal days — a small dip, not a large swing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0" y="4297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498080" y="48463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sensor readings were MISSING/NULL records dropped before this analysis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251960"/>
            <a:ext cx="6720840" cy="2148840"/>
          </a:xfrm>
          <a:prstGeom prst="roundRect">
            <a:avLst>
              <a:gd name="adj" fmla="val 2979"/>
            </a:avLst>
          </a:prstGeom>
          <a:solidFill>
            <a:srgbClr val="EA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434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past weather and the holiday calendar.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explains last week's efficiency swings in this dataset — the stronger lead is data quality: 1 in 5 readings were dropped as missing/null.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fixing sensor drop-outs at the depot with the highest MISSING_RECORD rate before drawing further conclusions from throughput trends.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2026-08-01T06:31:56Z</dcterms:created>
  <dcterms:modified xsi:type="dcterms:W3CDTF">2026-08-01T06:31:56Z</dcterms:modified>
</cp:coreProperties>
</file>